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pelo tom humano. Não é sobre óculos, é sobre a relação com 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'perdido em silêncio' é o Churn Invisível, dito na língua do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 com o mundo do Marcos: tecnologia a serviço da relação, não contra 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Traduzido do v9: recompra, cadastro, C2 financeiro, concentradora — na língua do cuidado.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'tempo do estilo' é o Relógio Moda / modelo Chilli Beans, sem jargão.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Posicionamento da parceria: Marcos (experiência) + Aurora (inteligência) + Lucas (marketing). Sócios iguais.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a promessa em resultados sentidos pelo dono, não em métricas.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 direto do Marcos: 'o primeiro passo é conversarmos'. Disciplina dos 3 casos = o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convidando para a conversa — humilde, no tom do Marcos.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· EXPERIÊNCIA EM ÓTICAS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ótica que o cliente não esquece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primeiro atendimento ao vínculo que permanece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proposta de experiência para redes de óticas — construída a três mãos.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momento que decide tudo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24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entra numa ótica raramente busca só um par de óculos. Busca enxergar melhor, sentir-se bem, ser bem cuidado — e decide, quase sempre, por como se sentiu tratado.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4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cena se repete: o cliente compra uma vez, é bem atendido naquele dia, e desaparece. Volta em dois ou três anos — ou vai para a ótica da esquina. O vínculo se dissolve porque ninguém ficou responsável por mantê-lo vivo.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06440" y="1463040"/>
            <a:ext cx="2788920" cy="2743200"/>
          </a:xfrm>
          <a:prstGeom prst="roundRect">
            <a:avLst>
              <a:gd name="adj" fmla="val 3000"/>
            </a:avLst>
          </a:prstGeom>
          <a:solidFill>
            <a:srgbClr val="F7EEE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89320" y="169164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cliente é conquistado uma vez — e perdido em silêncio.”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Aquilo em que acreditamos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1417320"/>
          </a:xfrm>
          <a:prstGeom prst="roundRect">
            <a:avLst>
              <a:gd name="adj" fmla="val 5806"/>
            </a:avLst>
          </a:prstGeom>
          <a:solidFill>
            <a:srgbClr val="EFF5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08760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boas decisões não nascem de preços ou informações. Nascem de confiança — quando o cliente se sente compreendido, acolhido e seguro.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9319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2461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decide pela experiência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volta por como foi tratado, não pelo que foi dito.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3063240"/>
            <a:ext cx="39319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32461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tecnologia serve ao humano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cuida do braçal e da memória para o vendedor ser mais gente.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trazemos para a ótica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27632"/>
            <a:ext cx="457200" cy="45720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5727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deixar o cliente órfão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0848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 presente quando o grau muda, na hora do exame, quando chega a coleção com a cara dele.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93192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19472" y="1627632"/>
            <a:ext cx="457200" cy="45720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32120" y="15727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Conhecer cada cliente pelo nome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32120" y="20848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cadastro esquecido vira memória viva do relacionamento — não uma ficha.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393192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3319272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32644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Viabilizar o sonho sem constrangimento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77647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com dignidade e sem risco para a loja: o sonho não fica na vitrine.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393192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9472" y="3319272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532120" y="32644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Cuidar do negócio do lojista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32120" y="377647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melhor, girar o estoque certo, enxergar onde o dinheiro está parado.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tempos do cliente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2377440"/>
          </a:xfrm>
          <a:prstGeom prst="roundRect">
            <a:avLst>
              <a:gd name="adj" fmla="val 3462"/>
            </a:avLst>
          </a:prstGeom>
          <a:solidFill>
            <a:srgbClr val="EFF5F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91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tempo do CUIDADO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a cada 12 meses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4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 anual, troca de grau, garantia. Pede presença e confiança.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663440" y="1371600"/>
            <a:ext cx="3931920" cy="2377440"/>
          </a:xfrm>
          <a:prstGeom prst="roundRect">
            <a:avLst>
              <a:gd name="adj" fmla="val 3462"/>
            </a:avLst>
          </a:prstGeom>
          <a:solidFill>
            <a:srgbClr val="F7EEE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83480" y="1691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tempo do ESTILO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a cada 40 dias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4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Coleção nova, estação, ocasião. O óculos também é moda — e moda se renova.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das óticas só trabalha o primeiro tempo, e mal. Cuidar dos dois é o que faz o cliente voltar mais vezes — e voltar feliz.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soma que nos torna diferentes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5603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00200" y="1691640"/>
            <a:ext cx="457200" cy="457200"/>
          </a:xfrm>
          <a:prstGeom prst="ellipse">
            <a:avLst/>
          </a:prstGeom>
          <a:solidFill>
            <a:srgbClr val="1C7C74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experiência e a comunicação consultiva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cuidado com cada conversa, do primeiro contato ao pós-venda.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4408" y="1417320"/>
            <a:ext cx="25603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15968" y="1691640"/>
            <a:ext cx="457200" cy="45720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10" name="Text 8"/>
          <p:cNvSpPr/>
          <p:nvPr/>
        </p:nvSpPr>
        <p:spPr>
          <a:xfrm>
            <a:off x="431596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47288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inteligência que sustenta o vínculo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447288" y="3200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memória, o momento certo, o crédito e a saúde do negócio.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0176" y="1417320"/>
            <a:ext cx="25603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31736" y="1691640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5" name="Text 13"/>
          <p:cNvSpPr/>
          <p:nvPr/>
        </p:nvSpPr>
        <p:spPr>
          <a:xfrm>
            <a:off x="7031736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63056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marketing que atrai e dá voz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163056" y="3200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a experiência excelente seja conhecida e desejada.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olhares complementares para uma mesma experiência: acolhedora, consistente e memorável.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ótica ganha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1554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que volta </a:t>
            </a:r>
            <a:pPr indent="0" marL="0">
              <a:buNone/>
            </a:pPr>
            <a:r>
              <a:rPr lang="en-US" sz="1350" dirty="0">
                <a:solidFill>
                  <a:srgbClr val="6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porque foi lembrado e bem cuidado.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0" y="1828800"/>
            <a:ext cx="457200" cy="45720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577840" y="1554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mais segura </a:t>
            </a:r>
            <a:pPr indent="0" marL="0">
              <a:buNone/>
            </a:pPr>
            <a:r>
              <a:rPr lang="en-US" sz="1350" dirty="0">
                <a:solidFill>
                  <a:srgbClr val="6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atende com método, menos improviso.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520440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32461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 que enxerga </a:t>
            </a:r>
            <a:pPr indent="0" marL="0">
              <a:buNone/>
            </a:pPr>
            <a:r>
              <a:rPr lang="en-US" sz="1350" dirty="0">
                <a:solidFill>
                  <a:srgbClr val="6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decide com clareza, não no escuro.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663440" y="306324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3520440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77840" y="32461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consistente </a:t>
            </a:r>
            <a:pPr indent="0" marL="0">
              <a:buNone/>
            </a:pPr>
            <a:r>
              <a:rPr lang="en-US" sz="1350" dirty="0">
                <a:solidFill>
                  <a:srgbClr val="6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mesmo cuidado em cada ponto de contato.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começamos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1460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81912" y="1737360"/>
            <a:ext cx="457200" cy="45720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5" name="Text 3"/>
          <p:cNvSpPr/>
          <p:nvPr/>
        </p:nvSpPr>
        <p:spPr>
          <a:xfrm>
            <a:off x="158191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a realidade da rede, a equipe e a jornada do cliente.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35808" y="1463040"/>
            <a:ext cx="320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7333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1460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5112" y="1737360"/>
            <a:ext cx="457200" cy="45720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11" name="Text 9"/>
          <p:cNvSpPr/>
          <p:nvPr/>
        </p:nvSpPr>
        <p:spPr>
          <a:xfrm>
            <a:off x="432511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ou duas óticas, para provar o valor com cuidado.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79008" y="1463040"/>
            <a:ext cx="320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7333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251460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68312" y="1737360"/>
            <a:ext cx="457200" cy="45720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17" name="Text 15"/>
          <p:cNvSpPr/>
          <p:nvPr/>
        </p:nvSpPr>
        <p:spPr>
          <a:xfrm>
            <a:off x="706831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17920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a experiência, já testada, para todas as lojas.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0F4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trazemos uma fórmula pronta. Trazemos uma forma diferente de cuidar do cliente — respeitando a identidade de cada ótica.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4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excelência da ótica, potencializada por um atendimento igualmente diferenciado.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passo é conversarmos.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Consultoria Óticas</dc:title>
  <dc:subject>PptxGenJS Presentation</dc:subject>
  <dc:creator>Aurora</dc:creator>
  <cp:lastModifiedBy>Aurora</cp:lastModifiedBy>
  <cp:revision>1</cp:revision>
  <dcterms:created xsi:type="dcterms:W3CDTF">2026-07-09T22:09:48Z</dcterms:created>
  <dcterms:modified xsi:type="dcterms:W3CDTF">2026-07-09T22:09:48Z</dcterms:modified>
</cp:coreProperties>
</file>